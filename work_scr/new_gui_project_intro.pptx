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# New-GUI Function And Operation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New-GUI for XMeta Flow</a:t>
            </a:r>
          </a:p>
          <a:p>
            <a:r>
              <a:t>Function Overview And User Operation Guide</a:t>
            </a:r>
          </a:p>
          <a:p>
            <a:r>
              <a:t>- Project: new-gui</a:t>
            </a:r>
          </a:p>
          <a:p>
            <a:r>
              <a:t>- Main entry: reproduce_ui.py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Monitor run and target execution status in one window</a:t>
            </a:r>
          </a:p>
          <a:p>
            <a:pPr algn="l">
              <a:defRPr sz="1800"/>
            </a:pPr>
            <a:r>
              <a:t>View dependency hierarchy and trace upstream or downstream targets</a:t>
            </a:r>
          </a:p>
          <a:p>
            <a:pPr algn="l">
              <a:defRPr sz="1800"/>
            </a:pPr>
            <a:r>
              <a:t>Open related files quickly, including log, cmd, csh, tune, and params</a:t>
            </a:r>
          </a:p>
          <a:p>
            <a:pPr algn="l">
              <a:defRPr sz="1800"/>
            </a:pPr>
            <a:r>
              <a:t>Perform common target actions without switching back to terminal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screen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Menu bar: Status, View, Tools</a:t>
            </a:r>
          </a:p>
          <a:p>
            <a:pPr algn="l">
              <a:defRPr sz="1800"/>
            </a:pPr>
            <a:r>
              <a:t>Top control panel: run selector, current view tab, action buttons</a:t>
            </a:r>
          </a:p>
          <a:p>
            <a:pPr algn="l">
              <a:defRPr sz="1800"/>
            </a:pPr>
            <a:r>
              <a:t>Main tree view: target hierarchy and detailed columns</a:t>
            </a:r>
          </a:p>
          <a:p>
            <a:pPr algn="l">
              <a:defRPr sz="1800"/>
            </a:pPr>
            <a:r>
              <a:t>Bottom status bar: run info, task count, status badges, theme and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users do in the top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Select the current run from the ComboBox</a:t>
            </a:r>
          </a:p>
          <a:p>
            <a:pPr algn="l">
              <a:defRPr sz="1800"/>
            </a:pPr>
            <a:r>
              <a:t>Check the current tab state: Main View, Trace view, or Status view</a:t>
            </a:r>
          </a:p>
          <a:p>
            <a:pPr algn="l">
              <a:defRPr sz="1800"/>
            </a:pPr>
            <a:r>
              <a:t>Use primary action buttons:</a:t>
            </a:r>
          </a:p>
          <a:p>
            <a:pPr algn="l">
              <a:defRPr sz="1800"/>
            </a:pPr>
            <a:r>
              <a:t>Run All</a:t>
            </a:r>
          </a:p>
          <a:p>
            <a:pPr algn="l">
              <a:defRPr sz="1800"/>
            </a:pPr>
            <a:r>
              <a:t>Run</a:t>
            </a:r>
          </a:p>
          <a:p>
            <a:pPr algn="l">
              <a:defRPr sz="1800"/>
            </a:pPr>
            <a:r>
              <a:t>Stop</a:t>
            </a:r>
          </a:p>
          <a:p>
            <a:pPr algn="l">
              <a:defRPr sz="1800"/>
            </a:pPr>
            <a:r>
              <a:t>Skip</a:t>
            </a:r>
          </a:p>
          <a:p>
            <a:pPr algn="l">
              <a:defRPr sz="1800"/>
            </a:pPr>
            <a:r>
              <a:t>Unskip</a:t>
            </a:r>
          </a:p>
          <a:p>
            <a:pPr algn="l">
              <a:defRPr sz="1800"/>
            </a:pPr>
            <a:r>
              <a:t>Invalid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read the main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level: dependency level in the flow hierarchy</a:t>
            </a:r>
          </a:p>
          <a:p>
            <a:pPr algn="l">
              <a:defRPr sz="1800"/>
            </a:pPr>
            <a:r>
              <a:t>target: target name</a:t>
            </a:r>
          </a:p>
          <a:p>
            <a:pPr algn="l">
              <a:defRPr sz="1800"/>
            </a:pPr>
            <a:r>
              <a:t>status: current execution state</a:t>
            </a:r>
          </a:p>
          <a:p>
            <a:pPr algn="l">
              <a:defRPr sz="1800"/>
            </a:pPr>
            <a:r>
              <a:t>tune: available tune file suffixes</a:t>
            </a:r>
          </a:p>
          <a:p>
            <a:pPr algn="l">
              <a:defRPr sz="1800"/>
            </a:pPr>
            <a:r>
              <a:t>start time and end time: execution timestamps</a:t>
            </a:r>
          </a:p>
          <a:p>
            <a:pPr algn="l">
              <a:defRPr sz="1800"/>
            </a:pPr>
            <a:r>
              <a:t>queue, cores, memory: BSUB-related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 actions in normal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Select one or more targets in the tree</a:t>
            </a:r>
          </a:p>
          <a:p>
            <a:pPr algn="l">
              <a:defRPr sz="1800"/>
            </a:pPr>
            <a:r>
              <a:t>Right-click to open the context menu</a:t>
            </a:r>
          </a:p>
          <a:p>
            <a:pPr algn="l">
              <a:defRPr sz="1800"/>
            </a:pPr>
            <a:r>
              <a:t>Execute:</a:t>
            </a:r>
          </a:p>
          <a:p>
            <a:pPr algn="l">
              <a:defRPr sz="1800"/>
            </a:pPr>
            <a:r>
              <a:t>Run selected targets</a:t>
            </a:r>
          </a:p>
          <a:p>
            <a:pPr algn="l">
              <a:defRPr sz="1800"/>
            </a:pPr>
            <a:r>
              <a:t>Stop running targets</a:t>
            </a:r>
          </a:p>
          <a:p>
            <a:pPr algn="l">
              <a:defRPr sz="1800"/>
            </a:pPr>
            <a:r>
              <a:t>Skip or unskip targets</a:t>
            </a:r>
          </a:p>
          <a:p>
            <a:pPr algn="l">
              <a:defRPr sz="1800"/>
            </a:pPr>
            <a:r>
              <a:t>Mark targets invalid</a:t>
            </a:r>
          </a:p>
          <a:p>
            <a:pPr algn="l">
              <a:defRPr sz="1800"/>
            </a:pPr>
            <a:r>
              <a:t>Copy selected target names or current run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access to related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Open log file for debugging target output</a:t>
            </a:r>
          </a:p>
          <a:p>
            <a:pPr algn="l">
              <a:defRPr sz="1800"/>
            </a:pPr>
            <a:r>
              <a:t>Open cmd file to inspect flow command details</a:t>
            </a:r>
          </a:p>
          <a:p>
            <a:pPr algn="l">
              <a:defRPr sz="1800"/>
            </a:pPr>
            <a:r>
              <a:t>Open csh file to inspect target shell wrapper</a:t>
            </a:r>
          </a:p>
          <a:p>
            <a:pPr algn="l">
              <a:defRPr sz="1800"/>
            </a:pPr>
            <a:r>
              <a:t>Open tune files directly from the Tune column or context menu</a:t>
            </a:r>
          </a:p>
          <a:p>
            <a:pPr algn="l">
              <a:defRPr sz="1800"/>
            </a:pPr>
            <a:r>
              <a:t>Open terminal in the current run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Ways to narrow down what you see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Use target search to find matching targets quickly</a:t>
            </a:r>
          </a:p>
          <a:p>
            <a:pPr algn="l">
              <a:defRPr sz="1800"/>
            </a:pPr>
            <a:r>
              <a:t>Double-click status badges in the footer to filter by one status</a:t>
            </a:r>
          </a:p>
          <a:p>
            <a:pPr algn="l">
              <a:defRPr sz="1800"/>
            </a:pPr>
            <a:r>
              <a:t>Use Trace Up to see upstream dependencies</a:t>
            </a:r>
          </a:p>
          <a:p>
            <a:pPr algn="l">
              <a:defRPr sz="1800"/>
            </a:pPr>
            <a:r>
              <a:t>Use Trace Down to see downstream dependencies</a:t>
            </a:r>
          </a:p>
          <a:p>
            <a:pPr algn="l">
              <a:defRPr sz="1800"/>
            </a:pPr>
            <a:r>
              <a:t>Close the current filtered tab to return to Main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target status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finish: completed successfully</a:t>
            </a:r>
          </a:p>
          <a:p>
            <a:pPr algn="l">
              <a:defRPr sz="1800"/>
            </a:pPr>
            <a:r>
              <a:t>running: currently running</a:t>
            </a:r>
          </a:p>
          <a:p>
            <a:pPr algn="l">
              <a:defRPr sz="1800"/>
            </a:pPr>
            <a:r>
              <a:t>failed: execution failed</a:t>
            </a:r>
          </a:p>
          <a:p>
            <a:pPr algn="l">
              <a:defRPr sz="1800"/>
            </a:pPr>
            <a:r>
              <a:t>skip: intentionally skipped</a:t>
            </a:r>
          </a:p>
          <a:p>
            <a:pPr algn="l">
              <a:defRPr sz="1800"/>
            </a:pPr>
            <a:r>
              <a:t>scheduled: already scheduled</a:t>
            </a:r>
          </a:p>
          <a:p>
            <a:pPr algn="l">
              <a:defRPr sz="1800"/>
            </a:pPr>
            <a:r>
              <a:t>pending: waiting or not started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Configuration-related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Open tune files for selected targets</a:t>
            </a:r>
          </a:p>
          <a:p>
            <a:pPr algn="l">
              <a:defRPr sz="1800"/>
            </a:pPr>
            <a:r>
              <a:t>Create tune files based on tunesource entries in target cmd files</a:t>
            </a:r>
          </a:p>
          <a:p>
            <a:pPr algn="l">
              <a:defRPr sz="1800"/>
            </a:pPr>
            <a:r>
              <a:t>Copy tune files to other runs</a:t>
            </a:r>
          </a:p>
          <a:p>
            <a:pPr algn="l">
              <a:defRPr sz="1800"/>
            </a:pPr>
            <a:r>
              <a:t>Open and edit user.params</a:t>
            </a:r>
          </a:p>
          <a:p>
            <a:pPr algn="l">
              <a:defRPr sz="1800"/>
            </a:pPr>
            <a:r>
              <a:t>View tile.params</a:t>
            </a:r>
          </a:p>
          <a:p>
            <a:pPr algn="l">
              <a:defRPr sz="1800"/>
            </a:pPr>
            <a:r>
              <a:t>Generate params to flow from the params 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Run-level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Use Status -&gt; Show All Status from the menu</a:t>
            </a:r>
          </a:p>
          <a:p>
            <a:pPr algn="l">
              <a:defRPr sz="1800"/>
            </a:pPr>
            <a:r>
              <a:t>View all run directories in one summary list</a:t>
            </a:r>
          </a:p>
          <a:p>
            <a:pPr algn="l">
              <a:defRPr sz="1800"/>
            </a:pPr>
            <a:r>
              <a:t>Check latest target, latest status, and timestamp for each run</a:t>
            </a:r>
          </a:p>
          <a:p>
            <a:pPr algn="l">
              <a:defRPr sz="1800"/>
            </a:pPr>
            <a:r>
              <a:t>Double-click a row to copy the run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Ctrl+U: Trace Up</a:t>
            </a:r>
          </a:p>
          <a:p>
            <a:pPr algn="l">
              <a:defRPr sz="1800"/>
            </a:pPr>
            <a:r>
              <a:t>Ctrl+D: Trace Down</a:t>
            </a:r>
          </a:p>
          <a:p>
            <a:pPr algn="l">
              <a:defRPr sz="1800"/>
            </a:pPr>
            <a:r>
              <a:t>Ctrl+P: Open user params</a:t>
            </a:r>
          </a:p>
          <a:p>
            <a:pPr algn="l">
              <a:defRPr sz="1800"/>
            </a:pPr>
            <a:r>
              <a:t>Ctrl+Shift+P: Open tile params</a:t>
            </a:r>
          </a:p>
          <a:p>
            <a:pPr algn="l">
              <a:defRPr sz="1800"/>
            </a:pPr>
            <a:r>
              <a:t>Double-click tab label: expand or collapse all</a:t>
            </a:r>
          </a:p>
          <a:p>
            <a:pPr algn="l">
              <a:defRPr sz="1800"/>
            </a:pPr>
            <a:r>
              <a:t>Double-click tree header target area: open embedded search</a:t>
            </a:r>
          </a:p>
          <a:p>
            <a:pPr algn="l">
              <a:defRPr sz="1800"/>
            </a:pPr>
            <a:r>
              <a:t>Multi-select with Ctrl+Click or Shift+Click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daily usage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Select a run</a:t>
            </a:r>
          </a:p>
          <a:p>
            <a:pPr algn="l">
              <a:defRPr sz="1800"/>
            </a:pPr>
            <a:r>
              <a:t>Scan target status in the main tree</a:t>
            </a:r>
          </a:p>
          <a:p>
            <a:pPr algn="l">
              <a:defRPr sz="1800"/>
            </a:pPr>
            <a:r>
              <a:t>Filter by status or trace dependencies if needed</a:t>
            </a:r>
          </a:p>
          <a:p>
            <a:pPr algn="l">
              <a:defRPr sz="1800"/>
            </a:pPr>
            <a:r>
              <a:t>Open related log, cmd, csh, or tune files</a:t>
            </a:r>
          </a:p>
          <a:p>
            <a:pPr algn="l">
              <a:defRPr sz="1800"/>
            </a:pPr>
            <a:r>
              <a:t>Edit params or BSUB values when adjustment is required</a:t>
            </a:r>
          </a:p>
          <a:p>
            <a:pPr algn="l">
              <a:defRPr sz="1800"/>
            </a:pPr>
            <a:r>
              <a:t>Execute Run, Stop, Skip, or Unskip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Thank you.</a:t>
            </a:r>
          </a:p>
          <a:p>
            <a:pPr algn="l">
              <a:defRPr sz="1800"/>
            </a:pPr>
            <a:r>
              <a:t>New-GUI is designed to make target monitoring and operation faster and clearer</a:t>
            </a:r>
          </a:p>
          <a:p>
            <a:pPr algn="l">
              <a:defRPr sz="1800"/>
            </a:pPr>
            <a:r>
              <a:t>It combines visibility, file access, filtering, tracing, and execution controls</a:t>
            </a:r>
          </a:p>
          <a:p>
            <a:pPr algn="l">
              <a:defRPr sz="1800"/>
            </a:pPr>
            <a:r>
              <a:t>The current version already supports the main daily tasks around run and target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New-GUI Project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